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ist" panose="020B0604020202020204" charset="0"/>
      <p:regular r:id="rId13"/>
    </p:embeddedFont>
    <p:embeddedFont>
      <p:font typeface="Geist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BB482-42F8-4673-B2AC-0FC545046D69}" v="2" dt="2026-09-27T04:48:58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rishanker bhonagiri" userId="3658f751ca369daa" providerId="LiveId" clId="{03771CB5-F94C-427D-A640-DFD2B8C8A4AD}"/>
    <pc:docChg chg="custSel modSld">
      <pc:chgData name="gowrishanker bhonagiri" userId="3658f751ca369daa" providerId="LiveId" clId="{03771CB5-F94C-427D-A640-DFD2B8C8A4AD}" dt="2026-09-27T04:49:02.989" v="5" actId="478"/>
      <pc:docMkLst>
        <pc:docMk/>
      </pc:docMkLst>
      <pc:sldChg chg="addSp delSp modSp mod">
        <pc:chgData name="gowrishanker bhonagiri" userId="3658f751ca369daa" providerId="LiveId" clId="{03771CB5-F94C-427D-A640-DFD2B8C8A4AD}" dt="2026-09-27T04:49:02.989" v="5" actId="478"/>
        <pc:sldMkLst>
          <pc:docMk/>
          <pc:sldMk cId="0" sldId="256"/>
        </pc:sldMkLst>
        <pc:spChg chg="add del mod">
          <ac:chgData name="gowrishanker bhonagiri" userId="3658f751ca369daa" providerId="LiveId" clId="{03771CB5-F94C-427D-A640-DFD2B8C8A4AD}" dt="2026-09-27T04:48:48.574" v="2"/>
          <ac:spMkLst>
            <pc:docMk/>
            <pc:sldMk cId="0" sldId="256"/>
            <ac:spMk id="8" creationId="{F52CE755-3052-05D2-614C-07097117A916}"/>
          </ac:spMkLst>
        </pc:spChg>
        <pc:spChg chg="add del mod">
          <ac:chgData name="gowrishanker bhonagiri" userId="3658f751ca369daa" providerId="LiveId" clId="{03771CB5-F94C-427D-A640-DFD2B8C8A4AD}" dt="2026-09-27T04:49:02.989" v="5" actId="478"/>
          <ac:spMkLst>
            <pc:docMk/>
            <pc:sldMk cId="0" sldId="256"/>
            <ac:spMk id="9" creationId="{195F2A2C-2B2D-6ED4-6F1D-111C72AA44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9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4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300288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DevOps Pipeline with Environment Approvals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3812282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CI/CD Automation with Controlled Production Deployment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5233360" y="4270573"/>
            <a:ext cx="2248538" cy="287139"/>
          </a:xfrm>
          <a:prstGeom prst="roundRect">
            <a:avLst>
              <a:gd name="adj" fmla="val 22118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346765" y="4327227"/>
            <a:ext cx="26313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COLLEGE DEVOPS PROJECT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711994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Overview</a:t>
            </a:r>
            <a:endParaRPr lang="en-US" sz="3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1609725"/>
            <a:ext cx="945035" cy="113407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95517" y="1798737"/>
            <a:ext cx="516281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Repos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1795517" y="2219226"/>
            <a:ext cx="516281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Git-based source control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2743795"/>
            <a:ext cx="945035" cy="113407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795517" y="2932807"/>
            <a:ext cx="516281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Pipelines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1795517" y="3353296"/>
            <a:ext cx="516281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CI/CD automation via YAML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877866"/>
            <a:ext cx="945035" cy="113407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95517" y="4066877"/>
            <a:ext cx="516281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Dev → Test → Prod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1795517" y="4487366"/>
            <a:ext cx="516281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Staged progression</a:t>
            </a:r>
            <a:endParaRPr lang="en-US" sz="14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5011936"/>
            <a:ext cx="945035" cy="113407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795517" y="5200948"/>
            <a:ext cx="516281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Manual Approval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1795517" y="5621437"/>
            <a:ext cx="516281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Production gate required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395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601688"/>
            <a:ext cx="5476043" cy="4552255"/>
          </a:xfrm>
          <a:prstGeom prst="roundRect">
            <a:avLst>
              <a:gd name="adj" fmla="val 2990"/>
            </a:avLst>
          </a:prstGeom>
          <a:solidFill>
            <a:srgbClr val="0078D4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790700"/>
            <a:ext cx="509802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Challenge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286794"/>
            <a:ext cx="5098029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Production environments need guardrails. Without approval gates, any commit can reach live users unreviewed.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1814314"/>
            <a:ext cx="2507394" cy="19689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48780" y="2028726"/>
            <a:ext cx="1976983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Uncontrolled Deployments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48780" y="2831902"/>
            <a:ext cx="197698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Production should never deploy automatically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1814314"/>
            <a:ext cx="2507394" cy="19689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45180" y="2028726"/>
            <a:ext cx="197698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Review Gates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9345180" y="2524820"/>
            <a:ext cx="197698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Stages need controlled progression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3972322"/>
            <a:ext cx="2507394" cy="19689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48780" y="4186734"/>
            <a:ext cx="197698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Permission Risk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648780" y="4682827"/>
            <a:ext cx="1976983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Service connections require scoped access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3972322"/>
            <a:ext cx="2507394" cy="19689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45180" y="4186734"/>
            <a:ext cx="1976983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Approval Workflow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9345180" y="4989909"/>
            <a:ext cx="1976983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review required before Production release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1860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Technologies Used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10892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3069927"/>
            <a:ext cx="47019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DevOps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3490416"/>
            <a:ext cx="47019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management &amp; CI/CD orchestration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3010892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8163" y="3069927"/>
            <a:ext cx="47020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Repos &amp; Pipelines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828163" y="3490416"/>
            <a:ext cx="470205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Git source control + YAML build automation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14105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4173141"/>
            <a:ext cx="47019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App Service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75723" y="4593630"/>
            <a:ext cx="470195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Managed web app hosting — Linux, F1 Free Tier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14105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28163" y="4173141"/>
            <a:ext cx="470205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Python 3.11 + YAML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828163" y="4593630"/>
            <a:ext cx="470205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runtime &amp; pipeline config language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8850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951137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934545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 Gate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775586"/>
            <a:ext cx="1586822" cy="63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Build &amp; Deploy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775586"/>
            <a:ext cx="1586822" cy="635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Pipelines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934545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Repos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934545"/>
            <a:ext cx="1586822" cy="317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Commit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9579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CI/CD Pipeline Stages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861866"/>
            <a:ext cx="10868745" cy="2126456"/>
          </a:xfrm>
          <a:prstGeom prst="roundRect">
            <a:avLst>
              <a:gd name="adj" fmla="val 373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0524" y="2880916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66156" y="0"/>
                </a:moveTo>
                <a:lnTo>
                  <a:pt x="5415323" y="0"/>
                </a:lnTo>
                <a:lnTo>
                  <a:pt x="5415323" y="1044178"/>
                </a:lnTo>
                <a:lnTo>
                  <a:pt x="0" y="104417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5" name="Text 3"/>
          <p:cNvSpPr/>
          <p:nvPr/>
        </p:nvSpPr>
        <p:spPr>
          <a:xfrm>
            <a:off x="869531" y="3069927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BUILD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69531" y="3490416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Compile, unit tests, syntax validation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880916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0" y="0"/>
                </a:moveTo>
                <a:lnTo>
                  <a:pt x="5349167" y="0"/>
                </a:lnTo>
                <a:arcTo wR="66156" hR="66158" stAng="16200000" swAng="5400000"/>
                <a:lnTo>
                  <a:pt x="5415323" y="1044178"/>
                </a:lnTo>
                <a:lnTo>
                  <a:pt x="0" y="1044178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880916"/>
            <a:ext cx="25399" cy="1044178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9" name="Text 7"/>
          <p:cNvSpPr/>
          <p:nvPr/>
        </p:nvSpPr>
        <p:spPr>
          <a:xfrm>
            <a:off x="6568315" y="3069927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DEVELOPMENT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568315" y="3490416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Auto-deploy to dev environment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0524" y="3925094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0" y="0"/>
                </a:moveTo>
                <a:lnTo>
                  <a:pt x="5415323" y="0"/>
                </a:lnTo>
                <a:lnTo>
                  <a:pt x="5415323" y="1044178"/>
                </a:lnTo>
                <a:lnTo>
                  <a:pt x="66156" y="1044178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2" name="Shape 10"/>
          <p:cNvSpPr/>
          <p:nvPr/>
        </p:nvSpPr>
        <p:spPr>
          <a:xfrm>
            <a:off x="680524" y="3925094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3" name="Text 11"/>
          <p:cNvSpPr/>
          <p:nvPr/>
        </p:nvSpPr>
        <p:spPr>
          <a:xfrm>
            <a:off x="869531" y="4114105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TESTING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69531" y="4534595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Auto-deploy to test environment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95848" y="3925094"/>
            <a:ext cx="5415323" cy="1044178"/>
          </a:xfrm>
          <a:custGeom>
            <a:avLst/>
            <a:gdLst/>
            <a:ahLst/>
            <a:cxnLst/>
            <a:rect l="l" t="t" r="r" b="b"/>
            <a:pathLst>
              <a:path w="5415323" h="1044178">
                <a:moveTo>
                  <a:pt x="0" y="0"/>
                </a:moveTo>
                <a:lnTo>
                  <a:pt x="5415323" y="0"/>
                </a:lnTo>
                <a:lnTo>
                  <a:pt x="5415323" y="978020"/>
                </a:lnTo>
                <a:arcTo wR="66156" hR="66158" stAng="0" swAng="5400000"/>
                <a:lnTo>
                  <a:pt x="0" y="1044178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3925094"/>
            <a:ext cx="25399" cy="1044178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925094"/>
            <a:ext cx="5415323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8315" y="4114105"/>
            <a:ext cx="475384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568315" y="4534595"/>
            <a:ext cx="475384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Pauses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requires 4+ approvals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859614" y="3166765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7681" y="3284835"/>
            <a:ext cx="236234" cy="2362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859614" y="4210943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101620">
              <a:alpha val="95000"/>
            </a:srgbClr>
          </a:solidFill>
          <a:ln w="25399">
            <a:solidFill>
              <a:srgbClr val="002A80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7681" y="4329013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39" y="799207"/>
            <a:ext cx="3506303" cy="52595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832842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Production Approval Gate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1825030"/>
            <a:ext cx="6296860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4900" dirty="0"/>
          </a:p>
        </p:txBody>
      </p:sp>
      <p:sp>
        <p:nvSpPr>
          <p:cNvPr id="6" name="Text 2"/>
          <p:cNvSpPr/>
          <p:nvPr/>
        </p:nvSpPr>
        <p:spPr>
          <a:xfrm>
            <a:off x="661475" y="2684959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Approvers Configured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61475" y="3464520"/>
            <a:ext cx="6296860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9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4900" dirty="0"/>
          </a:p>
        </p:txBody>
      </p:sp>
      <p:sp>
        <p:nvSpPr>
          <p:cNvPr id="8" name="Text 4"/>
          <p:cNvSpPr/>
          <p:nvPr/>
        </p:nvSpPr>
        <p:spPr>
          <a:xfrm>
            <a:off x="661475" y="4324449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Minimum Approvals Required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61475" y="4844157"/>
            <a:ext cx="6296860" cy="1180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Pipeline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automatically pauses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before Production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Approvers notified via Azure DevOps notifications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Deployment proceeds only after threshold met</a:t>
            </a:r>
            <a:endParaRPr lang="en-US" sz="1450" dirty="0"/>
          </a:p>
          <a:p>
            <a:pPr marL="294640" indent="-294640" algn="l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audit trail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recorded for compliance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821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Azure Infrastructure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25663"/>
            <a:ext cx="3504219" cy="3504307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33201" y="1908572"/>
          <a:ext cx="6903270" cy="3925786"/>
        </p:xfrm>
        <a:graphic>
          <a:graphicData uri="http://schemas.openxmlformats.org/drawingml/2006/table">
            <a:tbl>
              <a:tblPr/>
              <a:tblGrid>
                <a:gridCol w="345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3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Resource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Value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Resource Group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78D4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rg-devops-approval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App Service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devops-approval-app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Region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Central India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OS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Linux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Runtime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Python 3.11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5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Plan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Free F1 Tier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3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Service Connection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ARM Workload Identity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633201" y="2385101"/>
            <a:ext cx="6903269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4633201" y="2876618"/>
            <a:ext cx="6903269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633201" y="3368136"/>
            <a:ext cx="6903269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4633201" y="3859653"/>
            <a:ext cx="6903269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5"/>
          <p:cNvSpPr/>
          <p:nvPr/>
        </p:nvSpPr>
        <p:spPr>
          <a:xfrm>
            <a:off x="4633201" y="4351170"/>
            <a:ext cx="6903269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633201" y="4842688"/>
            <a:ext cx="6903269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633201" y="5334205"/>
            <a:ext cx="6903269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255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b="1" kern="0" spc="-6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Demonstration &amp; Results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086323" y="1310580"/>
            <a:ext cx="19050" cy="435183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5812486" y="1471116"/>
            <a:ext cx="30241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5" name="Shape 3"/>
          <p:cNvSpPr/>
          <p:nvPr/>
        </p:nvSpPr>
        <p:spPr>
          <a:xfrm>
            <a:off x="6039145" y="1423938"/>
            <a:ext cx="113404" cy="113407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357809"/>
            <a:ext cx="482955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Change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1676003"/>
            <a:ext cx="482955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HTML committed to main branch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76798" y="2317849"/>
            <a:ext cx="30241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9" name="Shape 7"/>
          <p:cNvSpPr/>
          <p:nvPr/>
        </p:nvSpPr>
        <p:spPr>
          <a:xfrm>
            <a:off x="6039145" y="2270671"/>
            <a:ext cx="113404" cy="113407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700670" y="2204541"/>
            <a:ext cx="482955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Pipeline Triggered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00670" y="2522736"/>
            <a:ext cx="482955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Automatic build starts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12486" y="3067248"/>
            <a:ext cx="30241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9145" y="3020070"/>
            <a:ext cx="113404" cy="113407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2953941"/>
            <a:ext cx="482955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Dev &amp; Test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3272135"/>
            <a:ext cx="482955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Auto-deployed successfully ✓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76798" y="3816648"/>
            <a:ext cx="30241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9145" y="3769469"/>
            <a:ext cx="113404" cy="113407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00670" y="3703340"/>
            <a:ext cx="482955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 Approvals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00670" y="4021534"/>
            <a:ext cx="482955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Threshold met, gate passed 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12486" y="4566047"/>
            <a:ext cx="30241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9145" y="4518868"/>
            <a:ext cx="113404" cy="113407"/>
          </a:xfrm>
          <a:prstGeom prst="ellipse">
            <a:avLst/>
          </a:prstGeom>
          <a:solidFill>
            <a:srgbClr val="48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452739"/>
            <a:ext cx="482955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Live App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1475" y="4770934"/>
            <a:ext cx="482955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7000"/>
              </a:lnSpc>
              <a:buNone/>
            </a:pPr>
            <a:r>
              <a:rPr lang="en-US" sz="1150" dirty="0">
                <a:solidFill>
                  <a:srgbClr val="107C1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Production deployed ✓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1475" y="5798443"/>
            <a:ext cx="10868745" cy="482302"/>
          </a:xfrm>
          <a:prstGeom prst="roundRect">
            <a:avLst>
              <a:gd name="adj" fmla="val 13168"/>
            </a:avLst>
          </a:prstGeom>
          <a:solidFill>
            <a:srgbClr val="022349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0" y="5957193"/>
            <a:ext cx="189007" cy="1512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042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82713"/>
            <a:ext cx="5339820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9531" y="2390775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 Automated CI/CD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69531" y="2811264"/>
            <a:ext cx="492370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Implemented with Azure Pipelines YAML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182713"/>
            <a:ext cx="5339919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8358" y="2390775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 Dev &amp; Test Automated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98358" y="2811264"/>
            <a:ext cx="49238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Instant deployment to non-prod environments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454003"/>
            <a:ext cx="5339820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531" y="3662065"/>
            <a:ext cx="492370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 Production Protected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69531" y="4082554"/>
            <a:ext cx="492370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approval gate prevents uncontrolled releases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454003"/>
            <a:ext cx="5339919" cy="1082278"/>
          </a:xfrm>
          <a:prstGeom prst="roundRect">
            <a:avLst>
              <a:gd name="adj" fmla="val 7335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8358" y="3662065"/>
            <a:ext cx="492380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✓ Azure Integration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98358" y="4082554"/>
            <a:ext cx="492380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 Service deployment fully automated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819749"/>
            <a:ext cx="10868745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100" b="1" kern="0" spc="-10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Geist</vt:lpstr>
      <vt:lpstr>Geist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gowrishanker bhonagiri</cp:lastModifiedBy>
  <cp:revision>1</cp:revision>
  <dcterms:created xsi:type="dcterms:W3CDTF">2026-09-27T04:48:09Z</dcterms:created>
  <dcterms:modified xsi:type="dcterms:W3CDTF">2026-09-27T04:49:03Z</dcterms:modified>
</cp:coreProperties>
</file>